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2"/>
  </p:notesMasterIdLst>
  <p:sldIdLst>
    <p:sldId id="264" r:id="rId5"/>
    <p:sldId id="315" r:id="rId6"/>
    <p:sldId id="316" r:id="rId7"/>
    <p:sldId id="317" r:id="rId8"/>
    <p:sldId id="312" r:id="rId9"/>
    <p:sldId id="313" r:id="rId10"/>
    <p:sldId id="31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CC3E0F-5A8D-4EC4-BB62-8C3D290F358F}" v="7" dt="2026-08-11T17:09:10.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ky kutti" userId="2517d338dc534dd0" providerId="LiveId" clId="{C7CD2139-BE0B-4D7D-BFE1-E396A47E45F2}"/>
    <pc:docChg chg="custSel addSld modSld">
      <pc:chgData name="vicky kutti" userId="2517d338dc534dd0" providerId="LiveId" clId="{C7CD2139-BE0B-4D7D-BFE1-E396A47E45F2}" dt="2026-08-11T17:09:10.721" v="268" actId="14826"/>
      <pc:docMkLst>
        <pc:docMk/>
      </pc:docMkLst>
      <pc:sldChg chg="modSp mod">
        <pc:chgData name="vicky kutti" userId="2517d338dc534dd0" providerId="LiveId" clId="{C7CD2139-BE0B-4D7D-BFE1-E396A47E45F2}" dt="2026-08-11T16:58:39.927" v="129" actId="20577"/>
        <pc:sldMkLst>
          <pc:docMk/>
          <pc:sldMk cId="3192257811" sldId="312"/>
        </pc:sldMkLst>
        <pc:graphicFrameChg chg="modGraphic">
          <ac:chgData name="vicky kutti" userId="2517d338dc534dd0" providerId="LiveId" clId="{C7CD2139-BE0B-4D7D-BFE1-E396A47E45F2}" dt="2026-08-11T16:58:39.927" v="129" actId="20577"/>
          <ac:graphicFrameMkLst>
            <pc:docMk/>
            <pc:sldMk cId="3192257811" sldId="312"/>
            <ac:graphicFrameMk id="4" creationId="{59F5A1AC-D08D-42AE-B94A-1CAFB517D846}"/>
          </ac:graphicFrameMkLst>
        </pc:graphicFrameChg>
      </pc:sldChg>
      <pc:sldChg chg="modSp mod">
        <pc:chgData name="vicky kutti" userId="2517d338dc534dd0" providerId="LiveId" clId="{C7CD2139-BE0B-4D7D-BFE1-E396A47E45F2}" dt="2026-08-11T17:06:23.388" v="266" actId="113"/>
        <pc:sldMkLst>
          <pc:docMk/>
          <pc:sldMk cId="2931760724" sldId="313"/>
        </pc:sldMkLst>
        <pc:spChg chg="mod">
          <ac:chgData name="vicky kutti" userId="2517d338dc534dd0" providerId="LiveId" clId="{C7CD2139-BE0B-4D7D-BFE1-E396A47E45F2}" dt="2026-08-11T17:06:23.388" v="266" actId="113"/>
          <ac:spMkLst>
            <pc:docMk/>
            <pc:sldMk cId="2931760724" sldId="313"/>
            <ac:spMk id="3" creationId="{AC5525F7-5487-8F63-C723-5FF72BB780C0}"/>
          </ac:spMkLst>
        </pc:spChg>
      </pc:sldChg>
      <pc:sldChg chg="modSp mod">
        <pc:chgData name="vicky kutti" userId="2517d338dc534dd0" providerId="LiveId" clId="{C7CD2139-BE0B-4D7D-BFE1-E396A47E45F2}" dt="2026-08-11T17:09:10.721" v="268" actId="14826"/>
        <pc:sldMkLst>
          <pc:docMk/>
          <pc:sldMk cId="2212078554" sldId="314"/>
        </pc:sldMkLst>
        <pc:picChg chg="mod">
          <ac:chgData name="vicky kutti" userId="2517d338dc534dd0" providerId="LiveId" clId="{C7CD2139-BE0B-4D7D-BFE1-E396A47E45F2}" dt="2026-08-11T17:09:10.721" v="268" actId="14826"/>
          <ac:picMkLst>
            <pc:docMk/>
            <pc:sldMk cId="2212078554" sldId="314"/>
            <ac:picMk id="5" creationId="{5B16020E-EF61-072A-8233-F842CDA9F981}"/>
          </ac:picMkLst>
        </pc:picChg>
      </pc:sldChg>
      <pc:sldChg chg="modSp new mod">
        <pc:chgData name="vicky kutti" userId="2517d338dc534dd0" providerId="LiveId" clId="{C7CD2139-BE0B-4D7D-BFE1-E396A47E45F2}" dt="2026-08-11T16:57:49.989" v="52" actId="27636"/>
        <pc:sldMkLst>
          <pc:docMk/>
          <pc:sldMk cId="527958561" sldId="315"/>
        </pc:sldMkLst>
        <pc:spChg chg="mod">
          <ac:chgData name="vicky kutti" userId="2517d338dc534dd0" providerId="LiveId" clId="{C7CD2139-BE0B-4D7D-BFE1-E396A47E45F2}" dt="2026-08-11T16:56:21.519" v="49" actId="20577"/>
          <ac:spMkLst>
            <pc:docMk/>
            <pc:sldMk cId="527958561" sldId="315"/>
            <ac:spMk id="2" creationId="{F7C680AD-AC54-BA3B-BF95-A4EF2154ADA3}"/>
          </ac:spMkLst>
        </pc:spChg>
        <pc:spChg chg="mod">
          <ac:chgData name="vicky kutti" userId="2517d338dc534dd0" providerId="LiveId" clId="{C7CD2139-BE0B-4D7D-BFE1-E396A47E45F2}" dt="2026-08-11T16:57:49.989" v="52" actId="27636"/>
          <ac:spMkLst>
            <pc:docMk/>
            <pc:sldMk cId="527958561" sldId="315"/>
            <ac:spMk id="3" creationId="{865DB1E6-D8DA-B28F-6DBE-69B3908F6C07}"/>
          </ac:spMkLst>
        </pc:spChg>
      </pc:sldChg>
      <pc:sldChg chg="modSp new mod">
        <pc:chgData name="vicky kutti" userId="2517d338dc534dd0" providerId="LiveId" clId="{C7CD2139-BE0B-4D7D-BFE1-E396A47E45F2}" dt="2026-08-11T17:01:09.294" v="159" actId="27636"/>
        <pc:sldMkLst>
          <pc:docMk/>
          <pc:sldMk cId="773965291" sldId="316"/>
        </pc:sldMkLst>
        <pc:spChg chg="mod">
          <ac:chgData name="vicky kutti" userId="2517d338dc534dd0" providerId="LiveId" clId="{C7CD2139-BE0B-4D7D-BFE1-E396A47E45F2}" dt="2026-08-11T17:00:40.198" v="154" actId="20577"/>
          <ac:spMkLst>
            <pc:docMk/>
            <pc:sldMk cId="773965291" sldId="316"/>
            <ac:spMk id="2" creationId="{C39CDD10-B8AD-7AE9-23E6-05102C2E868B}"/>
          </ac:spMkLst>
        </pc:spChg>
        <pc:spChg chg="mod">
          <ac:chgData name="vicky kutti" userId="2517d338dc534dd0" providerId="LiveId" clId="{C7CD2139-BE0B-4D7D-BFE1-E396A47E45F2}" dt="2026-08-11T17:01:09.294" v="159" actId="27636"/>
          <ac:spMkLst>
            <pc:docMk/>
            <pc:sldMk cId="773965291" sldId="316"/>
            <ac:spMk id="3" creationId="{E66819A5-B552-E431-C77E-FD6308D16CD5}"/>
          </ac:spMkLst>
        </pc:spChg>
      </pc:sldChg>
      <pc:sldChg chg="modSp new mod">
        <pc:chgData name="vicky kutti" userId="2517d338dc534dd0" providerId="LiveId" clId="{C7CD2139-BE0B-4D7D-BFE1-E396A47E45F2}" dt="2026-08-11T17:01:47.157" v="176"/>
        <pc:sldMkLst>
          <pc:docMk/>
          <pc:sldMk cId="501752097" sldId="317"/>
        </pc:sldMkLst>
        <pc:spChg chg="mod">
          <ac:chgData name="vicky kutti" userId="2517d338dc534dd0" providerId="LiveId" clId="{C7CD2139-BE0B-4D7D-BFE1-E396A47E45F2}" dt="2026-08-11T17:01:24.218" v="172" actId="20577"/>
          <ac:spMkLst>
            <pc:docMk/>
            <pc:sldMk cId="501752097" sldId="317"/>
            <ac:spMk id="2" creationId="{14DBB0EC-11B5-A502-4558-8B3060D063CF}"/>
          </ac:spMkLst>
        </pc:spChg>
        <pc:spChg chg="mod">
          <ac:chgData name="vicky kutti" userId="2517d338dc534dd0" providerId="LiveId" clId="{C7CD2139-BE0B-4D7D-BFE1-E396A47E45F2}" dt="2026-08-11T17:01:47.157" v="176"/>
          <ac:spMkLst>
            <pc:docMk/>
            <pc:sldMk cId="501752097" sldId="317"/>
            <ac:spMk id="3" creationId="{0345D7A4-B88A-6EB0-DD28-61076FFFD5C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custT="1"/>
      <dgm:spPr/>
      <dgm:t>
        <a:bodyPr/>
        <a:lstStyle/>
        <a:p>
          <a:pPr>
            <a:lnSpc>
              <a:spcPct val="100000"/>
            </a:lnSpc>
            <a:defRPr cap="all"/>
          </a:pPr>
          <a:r>
            <a:rPr lang="en-US" sz="2000" dirty="0"/>
            <a:t>Creating A Safe and Secure Admin panel</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custT="1"/>
      <dgm:spPr/>
      <dgm:t>
        <a:bodyPr/>
        <a:lstStyle/>
        <a:p>
          <a:pPr>
            <a:lnSpc>
              <a:spcPct val="100000"/>
            </a:lnSpc>
            <a:defRPr cap="all"/>
          </a:pPr>
          <a:r>
            <a:rPr lang="en-US" sz="2000" dirty="0"/>
            <a:t>ADMIN PANEL WITH TELEGRAM ALERT MSG</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custT="1"/>
      <dgm:spPr/>
      <dgm:t>
        <a:bodyPr/>
        <a:lstStyle/>
        <a:p>
          <a:pPr>
            <a:lnSpc>
              <a:spcPct val="100000"/>
            </a:lnSpc>
            <a:defRPr cap="all"/>
          </a:pPr>
          <a:r>
            <a:rPr lang="en-US" sz="2000" dirty="0"/>
            <a:t>ATTACKER IMAGE CAPTURING system</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Flowers in po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eciduous tre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Bee"/>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34053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728102"/>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dirty="0"/>
            <a:t>Creating A Safe and Secure Admin panel</a:t>
          </a:r>
        </a:p>
      </dsp:txBody>
      <dsp:txXfrm>
        <a:off x="35606" y="2725540"/>
        <a:ext cx="2981250" cy="720000"/>
      </dsp:txXfrm>
    </dsp:sp>
    <dsp:sp modelId="{543C18BC-1989-44B2-9862-C670C61D3452}">
      <dsp:nvSpPr>
        <dsp:cNvPr id="0" name=""/>
        <dsp:cNvSpPr/>
      </dsp:nvSpPr>
      <dsp:spPr>
        <a:xfrm>
          <a:off x="4119918" y="34053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728102"/>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dirty="0"/>
            <a:t>ADMIN PANEL WITH TELEGRAM ALERT MSG</a:t>
          </a:r>
        </a:p>
      </dsp:txBody>
      <dsp:txXfrm>
        <a:off x="3538574" y="2725540"/>
        <a:ext cx="2981250" cy="720000"/>
      </dsp:txXfrm>
    </dsp:sp>
    <dsp:sp modelId="{5BDDFF18-9AEC-4E5E-B9AA-33D86F01A63E}">
      <dsp:nvSpPr>
        <dsp:cNvPr id="0" name=""/>
        <dsp:cNvSpPr/>
      </dsp:nvSpPr>
      <dsp:spPr>
        <a:xfrm>
          <a:off x="7622887" y="34053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728102"/>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dirty="0"/>
            <a:t>ATTACKER IMAGE CAPTURING system</a:t>
          </a:r>
        </a:p>
      </dsp:txBody>
      <dsp:txXfrm>
        <a:off x="7041543" y="272554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8/11/2026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1904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8/11/2026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8/11/2026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8/11/2026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8/11/2026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8/11/2026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8/11/2026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8/11/2026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8/11/2026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839"/>
            <a:ext cx="12191980" cy="6858000"/>
          </a:xfrm>
          <a:prstGeom prst="rect">
            <a:avLst/>
          </a:prstGeom>
        </p:spPr>
      </p:pic>
      <p:sp useBgFill="1">
        <p:nvSpPr>
          <p:cNvPr id="73" name="Rectangle 72">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75" name="Rectangle 74">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091263"/>
            <a:ext cx="8649738" cy="2590800"/>
          </a:xfrm>
        </p:spPr>
        <p:txBody>
          <a:bodyPr>
            <a:normAutofit/>
          </a:bodyPr>
          <a:lstStyle/>
          <a:p>
            <a:r>
              <a:rPr lang="en-US" sz="5400" dirty="0"/>
              <a:t>Secure admin panel</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771130" y="4682062"/>
            <a:ext cx="8652788" cy="457201"/>
          </a:xfrm>
        </p:spPr>
        <p:txBody>
          <a:bodyPr>
            <a:normAutofit/>
          </a:bodyPr>
          <a:lstStyle/>
          <a:p>
            <a:pPr>
              <a:spcAft>
                <a:spcPts val="600"/>
              </a:spcAft>
            </a:pPr>
            <a:r>
              <a:rPr lang="en-US" dirty="0"/>
              <a:t>J Vigneshwaran</a:t>
            </a:r>
            <a:endParaRPr lang="en-US" sz="1800" dirty="0"/>
          </a:p>
        </p:txBody>
      </p:sp>
      <p:sp>
        <p:nvSpPr>
          <p:cNvPr id="77" name="Rectangle 76">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80AD-AC54-BA3B-BF95-A4EF2154ADA3}"/>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865DB1E6-D8DA-B28F-6DBE-69B3908F6C07}"/>
              </a:ext>
            </a:extLst>
          </p:cNvPr>
          <p:cNvSpPr>
            <a:spLocks noGrp="1"/>
          </p:cNvSpPr>
          <p:nvPr>
            <p:ph idx="1"/>
          </p:nvPr>
        </p:nvSpPr>
        <p:spPr/>
        <p:txBody>
          <a:bodyPr>
            <a:normAutofit lnSpcReduction="10000"/>
          </a:bodyPr>
          <a:lstStyle/>
          <a:p>
            <a:r>
              <a:rPr lang="en-IN" sz="2400" b="1" dirty="0"/>
              <a:t>The core problem:</a:t>
            </a:r>
            <a:r>
              <a:rPr lang="en-IN" sz="2400" dirty="0"/>
              <a:t> Existing admin login systems are reactive at best — they log failed attempts silently and rely entirely on the admin manually checking logs after the fact, if they check at all. There is no real-time detection or response mechanism for either threat type, meaning:</a:t>
            </a:r>
          </a:p>
          <a:p>
            <a:pPr lvl="0"/>
            <a:r>
              <a:rPr lang="en-IN" sz="2400" dirty="0"/>
              <a:t>Outsider brute-force attempts can run for hours or days undetected.</a:t>
            </a:r>
          </a:p>
          <a:p>
            <a:pPr lvl="0"/>
            <a:r>
              <a:rPr lang="en-IN" sz="2400" dirty="0"/>
              <a:t>Insider misuse (a legitimate password used by the wrong person) is invisible to the system entirely, since correct credentials are never flagged as suspicious.</a:t>
            </a:r>
          </a:p>
          <a:p>
            <a:endParaRPr lang="en-IN" dirty="0"/>
          </a:p>
        </p:txBody>
      </p:sp>
    </p:spTree>
    <p:extLst>
      <p:ext uri="{BB962C8B-B14F-4D97-AF65-F5344CB8AC3E}">
        <p14:creationId xmlns:p14="http://schemas.microsoft.com/office/powerpoint/2010/main" val="527958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CDD10-B8AD-7AE9-23E6-05102C2E868B}"/>
              </a:ext>
            </a:extLst>
          </p:cNvPr>
          <p:cNvSpPr>
            <a:spLocks noGrp="1"/>
          </p:cNvSpPr>
          <p:nvPr>
            <p:ph type="title"/>
          </p:nvPr>
        </p:nvSpPr>
        <p:spPr/>
        <p:txBody>
          <a:bodyPr/>
          <a:lstStyle/>
          <a:p>
            <a:r>
              <a:rPr lang="en-US" dirty="0"/>
              <a:t>Solutions</a:t>
            </a:r>
            <a:endParaRPr lang="en-IN" dirty="0"/>
          </a:p>
        </p:txBody>
      </p:sp>
      <p:sp>
        <p:nvSpPr>
          <p:cNvPr id="3" name="Content Placeholder 2">
            <a:extLst>
              <a:ext uri="{FF2B5EF4-FFF2-40B4-BE49-F238E27FC236}">
                <a16:creationId xmlns:a16="http://schemas.microsoft.com/office/drawing/2014/main" id="{E66819A5-B552-E431-C77E-FD6308D16CD5}"/>
              </a:ext>
            </a:extLst>
          </p:cNvPr>
          <p:cNvSpPr>
            <a:spLocks noGrp="1"/>
          </p:cNvSpPr>
          <p:nvPr>
            <p:ph idx="1"/>
          </p:nvPr>
        </p:nvSpPr>
        <p:spPr/>
        <p:txBody>
          <a:bodyPr>
            <a:normAutofit fontScale="70000" lnSpcReduction="20000"/>
          </a:bodyPr>
          <a:lstStyle/>
          <a:p>
            <a:r>
              <a:rPr lang="en-IN" sz="2400" b="1" dirty="0"/>
              <a:t>For Insider Attacks → Image Capture System</a:t>
            </a:r>
          </a:p>
          <a:p>
            <a:pPr lvl="0"/>
            <a:r>
              <a:rPr lang="en-IN" sz="2400" dirty="0"/>
              <a:t>When </a:t>
            </a:r>
            <a:r>
              <a:rPr lang="en-IN" sz="2400" i="1" dirty="0"/>
              <a:t>any</a:t>
            </a:r>
            <a:r>
              <a:rPr lang="en-IN" sz="2400" dirty="0"/>
              <a:t> login attempt fails — including one using a correct-looking username with a wrong password, which is common when a stolen or outdated credential is tried — the browser requests camera permission before showing the error.</a:t>
            </a:r>
          </a:p>
          <a:p>
            <a:pPr lvl="0"/>
            <a:r>
              <a:rPr lang="en-IN" sz="2400" dirty="0"/>
              <a:t>If granted, one photo is captured silently in the background and immediately uploaded to the backend, giving the legitimate admin visual evidence of exactly who attempted the access, from what device, and at what time — turning an anonymous credential misuse attempt into an identifiable event.</a:t>
            </a:r>
          </a:p>
          <a:p>
            <a:pPr lvl="0"/>
            <a:r>
              <a:rPr lang="en-IN" sz="2400" dirty="0"/>
              <a:t>This directly targets the insider problem: a former employee or someone using a colleague's stolen password can no longer hide behind "the password was correct" — their face and attempt are logged and delivered to the real admin instantly.</a:t>
            </a:r>
          </a:p>
          <a:p>
            <a:pPr lvl="0"/>
            <a:r>
              <a:rPr lang="en-IN" sz="2400" dirty="0"/>
              <a:t>If camera access is denied, the system doesn't force it — the visitor is simply redirected away, preserving user consent while still closing the door on that login attempt.</a:t>
            </a:r>
          </a:p>
          <a:p>
            <a:endParaRPr lang="en-IN" sz="2400" b="1" dirty="0"/>
          </a:p>
        </p:txBody>
      </p:sp>
    </p:spTree>
    <p:extLst>
      <p:ext uri="{BB962C8B-B14F-4D97-AF65-F5344CB8AC3E}">
        <p14:creationId xmlns:p14="http://schemas.microsoft.com/office/powerpoint/2010/main" val="77396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B0EC-11B5-A502-4558-8B3060D063CF}"/>
              </a:ext>
            </a:extLst>
          </p:cNvPr>
          <p:cNvSpPr>
            <a:spLocks noGrp="1"/>
          </p:cNvSpPr>
          <p:nvPr>
            <p:ph type="title"/>
          </p:nvPr>
        </p:nvSpPr>
        <p:spPr/>
        <p:txBody>
          <a:bodyPr/>
          <a:lstStyle/>
          <a:p>
            <a:r>
              <a:rPr lang="en-US" dirty="0"/>
              <a:t>Solution</a:t>
            </a:r>
            <a:endParaRPr lang="en-IN" dirty="0"/>
          </a:p>
        </p:txBody>
      </p:sp>
      <p:sp>
        <p:nvSpPr>
          <p:cNvPr id="3" name="Content Placeholder 2">
            <a:extLst>
              <a:ext uri="{FF2B5EF4-FFF2-40B4-BE49-F238E27FC236}">
                <a16:creationId xmlns:a16="http://schemas.microsoft.com/office/drawing/2014/main" id="{0345D7A4-B88A-6EB0-DD28-61076FFFD5C0}"/>
              </a:ext>
            </a:extLst>
          </p:cNvPr>
          <p:cNvSpPr>
            <a:spLocks noGrp="1"/>
          </p:cNvSpPr>
          <p:nvPr>
            <p:ph idx="1"/>
          </p:nvPr>
        </p:nvSpPr>
        <p:spPr/>
        <p:txBody>
          <a:bodyPr/>
          <a:lstStyle/>
          <a:p>
            <a:r>
              <a:rPr lang="en-IN" b="1" dirty="0"/>
              <a:t>For Outsider Attacks → Telegram Bot Alert System</a:t>
            </a:r>
          </a:p>
          <a:p>
            <a:pPr lvl="0"/>
            <a:r>
              <a:rPr lang="en-IN" dirty="0"/>
              <a:t>Every failed login attempt immediately triggers a message to the admin's Telegram via the Telegram Bot API, containing the IP address, approximate geolocation, device/browser info, and timestamp.</a:t>
            </a:r>
          </a:p>
          <a:p>
            <a:pPr lvl="0"/>
            <a:r>
              <a:rPr lang="en-IN" dirty="0"/>
              <a:t>Because this fires instantly and doesn't wait for the admin to check logs, brute-force attempts are surfaced within seconds of the first failure — not discovered days later during a manual audit.</a:t>
            </a:r>
          </a:p>
          <a:p>
            <a:pPr lvl="0"/>
            <a:r>
              <a:rPr lang="en-IN" dirty="0"/>
              <a:t>A short de-duplication window (e.g. one alert per IP every 2 minutes) prevents alert fatigue during a sustained automated attack, while still guaranteeing the admin is notified the moment the attack begins.</a:t>
            </a:r>
          </a:p>
          <a:p>
            <a:pPr lvl="0"/>
            <a:r>
              <a:rPr lang="en-IN" dirty="0"/>
              <a:t>Combined with rate-limiting and account lockout after repeated failures, this gives the admin both immediate awareness and a chance to act (e.g. manually blocking the IP) before the attacker can exhaust a password list.</a:t>
            </a:r>
          </a:p>
          <a:p>
            <a:endParaRPr lang="en-IN" b="1" dirty="0"/>
          </a:p>
        </p:txBody>
      </p:sp>
    </p:spTree>
    <p:extLst>
      <p:ext uri="{BB962C8B-B14F-4D97-AF65-F5344CB8AC3E}">
        <p14:creationId xmlns:p14="http://schemas.microsoft.com/office/powerpoint/2010/main" val="501752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Title Lorem Ipsum </a:t>
            </a:r>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424337579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9225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3ABC-0381-EA9D-04CC-C63F85A40B19}"/>
              </a:ext>
            </a:extLst>
          </p:cNvPr>
          <p:cNvSpPr>
            <a:spLocks noGrp="1"/>
          </p:cNvSpPr>
          <p:nvPr>
            <p:ph type="title"/>
          </p:nvPr>
        </p:nvSpPr>
        <p:spPr/>
        <p:txBody>
          <a:bodyPr/>
          <a:lstStyle/>
          <a:p>
            <a:r>
              <a:rPr lang="en-IN" dirty="0"/>
              <a:t>TECHNOLOGY STACK</a:t>
            </a:r>
          </a:p>
        </p:txBody>
      </p:sp>
      <p:sp>
        <p:nvSpPr>
          <p:cNvPr id="3" name="Content Placeholder 2">
            <a:extLst>
              <a:ext uri="{FF2B5EF4-FFF2-40B4-BE49-F238E27FC236}">
                <a16:creationId xmlns:a16="http://schemas.microsoft.com/office/drawing/2014/main" id="{AC5525F7-5487-8F63-C723-5FF72BB780C0}"/>
              </a:ext>
            </a:extLst>
          </p:cNvPr>
          <p:cNvSpPr>
            <a:spLocks noGrp="1"/>
          </p:cNvSpPr>
          <p:nvPr>
            <p:ph idx="1"/>
          </p:nvPr>
        </p:nvSpPr>
        <p:spPr/>
        <p:txBody>
          <a:bodyPr>
            <a:normAutofit/>
          </a:bodyPr>
          <a:lstStyle/>
          <a:p>
            <a:pPr lvl="0"/>
            <a:r>
              <a:rPr lang="en-IN" sz="2000" b="1" dirty="0"/>
              <a:t>Frontend:</a:t>
            </a:r>
            <a:r>
              <a:rPr lang="en-IN" sz="2000" dirty="0"/>
              <a:t> HTML-CSS-JS — for login UI and admin dashboard.</a:t>
            </a:r>
          </a:p>
          <a:p>
            <a:pPr lvl="0"/>
            <a:r>
              <a:rPr lang="en-IN" sz="2000" b="1" dirty="0"/>
              <a:t>Backend:</a:t>
            </a:r>
            <a:r>
              <a:rPr lang="en-IN" sz="2000" dirty="0"/>
              <a:t> PHP — handles auth logic and API routes.</a:t>
            </a:r>
          </a:p>
          <a:p>
            <a:pPr lvl="0"/>
            <a:r>
              <a:rPr lang="en-IN" sz="2000" b="1" dirty="0"/>
              <a:t>Database:</a:t>
            </a:r>
            <a:r>
              <a:rPr lang="en-IN" sz="2000" dirty="0"/>
              <a:t> MySQL — stores user credentials, login attempts, IP logs.</a:t>
            </a:r>
          </a:p>
          <a:p>
            <a:pPr lvl="0"/>
            <a:r>
              <a:rPr lang="en-IN" sz="2000" b="1" dirty="0"/>
              <a:t>Alert Message :</a:t>
            </a:r>
            <a:r>
              <a:rPr lang="en-IN" sz="2000" dirty="0"/>
              <a:t> Telegram Bot API</a:t>
            </a:r>
          </a:p>
          <a:p>
            <a:pPr lvl="0"/>
            <a:r>
              <a:rPr lang="en-IN" sz="2000" b="1" dirty="0"/>
              <a:t>Authentication:</a:t>
            </a:r>
            <a:r>
              <a:rPr lang="en-IN" sz="2000" dirty="0"/>
              <a:t> JWT (JSON Web Tokens) / </a:t>
            </a:r>
            <a:r>
              <a:rPr lang="en-IN" sz="2000" dirty="0" err="1"/>
              <a:t>bcrypt</a:t>
            </a:r>
            <a:r>
              <a:rPr lang="en-IN" sz="2000" dirty="0"/>
              <a:t> — for secure session and password hashing.</a:t>
            </a:r>
          </a:p>
          <a:p>
            <a:pPr lvl="0"/>
            <a:r>
              <a:rPr lang="en-IN" sz="2000" b="1" dirty="0"/>
              <a:t>Image Capturing: </a:t>
            </a:r>
            <a:r>
              <a:rPr lang="en-IN" sz="2000" dirty="0"/>
              <a:t>PHP using </a:t>
            </a:r>
            <a:r>
              <a:rPr lang="en-IN" sz="2000" b="1" dirty="0" err="1"/>
              <a:t>getUserMedia</a:t>
            </a:r>
            <a:r>
              <a:rPr lang="en-IN" sz="2000" b="1" dirty="0"/>
              <a:t>() </a:t>
            </a:r>
            <a:r>
              <a:rPr lang="en-IN" sz="2000" dirty="0"/>
              <a:t>Function</a:t>
            </a:r>
            <a:endParaRPr lang="en-IN" sz="2000" b="1" dirty="0"/>
          </a:p>
          <a:p>
            <a:endParaRPr lang="en-IN" dirty="0"/>
          </a:p>
        </p:txBody>
      </p:sp>
    </p:spTree>
    <p:extLst>
      <p:ext uri="{BB962C8B-B14F-4D97-AF65-F5344CB8AC3E}">
        <p14:creationId xmlns:p14="http://schemas.microsoft.com/office/powerpoint/2010/main" val="2931760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7044-E8BF-12B8-70F3-9BC2815CCCF4}"/>
              </a:ext>
            </a:extLst>
          </p:cNvPr>
          <p:cNvSpPr>
            <a:spLocks noGrp="1"/>
          </p:cNvSpPr>
          <p:nvPr>
            <p:ph type="title"/>
          </p:nvPr>
        </p:nvSpPr>
        <p:spPr/>
        <p:txBody>
          <a:bodyPr>
            <a:normAutofit/>
          </a:bodyPr>
          <a:lstStyle/>
          <a:p>
            <a:r>
              <a:rPr lang="en-IN" sz="3600" dirty="0"/>
              <a:t>PROJECT OVERVIEW FOLWCHART</a:t>
            </a:r>
          </a:p>
        </p:txBody>
      </p:sp>
      <p:pic>
        <p:nvPicPr>
          <p:cNvPr id="5" name="Content Placeholder 4">
            <a:extLst>
              <a:ext uri="{FF2B5EF4-FFF2-40B4-BE49-F238E27FC236}">
                <a16:creationId xmlns:a16="http://schemas.microsoft.com/office/drawing/2014/main" id="{5B16020E-EF61-072A-8233-F842CDA9F981}"/>
              </a:ext>
            </a:extLst>
          </p:cNvPr>
          <p:cNvPicPr>
            <a:picLocks noGrp="1" noChangeAspect="1"/>
          </p:cNvPicPr>
          <p:nvPr>
            <p:ph idx="1"/>
          </p:nvPr>
        </p:nvPicPr>
        <p:blipFill>
          <a:blip r:embed="rId2"/>
          <a:srcRect/>
          <a:stretch/>
        </p:blipFill>
        <p:spPr>
          <a:xfrm>
            <a:off x="3839287" y="2083774"/>
            <a:ext cx="4513426" cy="3849687"/>
          </a:xfrm>
          <a:prstGeom prst="rect">
            <a:avLst/>
          </a:prstGeom>
        </p:spPr>
      </p:pic>
    </p:spTree>
    <p:extLst>
      <p:ext uri="{BB962C8B-B14F-4D97-AF65-F5344CB8AC3E}">
        <p14:creationId xmlns:p14="http://schemas.microsoft.com/office/powerpoint/2010/main" val="22120785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ppt/theme/themeOverride2.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259D436-C82E-43E0-8A01-53DF9CED60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{2E59DE2C-029D-4BF0-AFD0-D88BCD44490A}TF522ea272-7fed-4917-a421-5e6ae99a6bbed5eddc9a_win32-854160eadf3d</Template>
  <TotalTime>31</TotalTime>
  <Words>523</Words>
  <Application>Microsoft Office PowerPoint</Application>
  <PresentationFormat>Widescreen</PresentationFormat>
  <Paragraphs>32</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Avenir Next LT Pro</vt:lpstr>
      <vt:lpstr>Avenir Next LT Pro Light</vt:lpstr>
      <vt:lpstr>Calibri</vt:lpstr>
      <vt:lpstr>Garamond</vt:lpstr>
      <vt:lpstr>SavonVTI</vt:lpstr>
      <vt:lpstr>Secure admin panel</vt:lpstr>
      <vt:lpstr>Problem Statement</vt:lpstr>
      <vt:lpstr>Solutions</vt:lpstr>
      <vt:lpstr>Solution</vt:lpstr>
      <vt:lpstr>Title Lorem Ipsum </vt:lpstr>
      <vt:lpstr>TECHNOLOGY STACK</vt:lpstr>
      <vt:lpstr>PROJECT OVERVIEW FOLWCHART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vicky kutti</dc:creator>
  <cp:lastModifiedBy>vicky kutti</cp:lastModifiedBy>
  <cp:revision>1</cp:revision>
  <dcterms:created xsi:type="dcterms:W3CDTF">2026-08-06T05:07:42Z</dcterms:created>
  <dcterms:modified xsi:type="dcterms:W3CDTF">2026-08-11T17:09:20Z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